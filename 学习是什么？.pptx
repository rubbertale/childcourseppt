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7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9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0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3047762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spc="-89" kern="0" dirty="0">
                <a:solidFill>
                  <a:srgbClr val="000000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学习真好玩！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324124" y="4110752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spc="-38" kern="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一起变成学习小能手！</a:t>
            </a:r>
            <a:endParaRPr lang="en-US" sz="1850" dirty="0"/>
          </a:p>
        </p:txBody>
      </p:sp>
      <p:sp>
        <p:nvSpPr>
          <p:cNvPr id="5" name="Shape 2"/>
          <p:cNvSpPr/>
          <p:nvPr/>
        </p:nvSpPr>
        <p:spPr>
          <a:xfrm>
            <a:off x="6324124" y="4780836"/>
            <a:ext cx="382905" cy="382905"/>
          </a:xfrm>
          <a:prstGeom prst="roundRect">
            <a:avLst>
              <a:gd name="adj" fmla="val 23878209"/>
            </a:avLst>
          </a:prstGeom>
          <a:solidFill>
            <a:srgbClr val="52CD75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70332" y="4923472"/>
            <a:ext cx="90488" cy="97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750"/>
              </a:lnSpc>
              <a:buNone/>
            </a:pPr>
            <a:r>
              <a:rPr lang="en-US" sz="750" spc="-38" kern="0" dirty="0">
                <a:solidFill>
                  <a:srgbClr val="3C3838"/>
                </a:solidFill>
                <a:latin typeface="Source Sans Pro Medium" pitchFamily="34" charset="0"/>
                <a:ea typeface="Source Sans Pro Medium" pitchFamily="34" charset="-122"/>
                <a:cs typeface="Source Sans Pro Medium" pitchFamily="34" charset="-120"/>
              </a:rPr>
              <a:t>AT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6826687" y="4762976"/>
            <a:ext cx="2209681" cy="418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50"/>
              </a:lnSpc>
              <a:buNone/>
            </a:pPr>
            <a:r>
              <a:rPr lang="en-US" sz="2350" b="1" spc="-38" kern="0" dirty="0">
                <a:solidFill>
                  <a:srgbClr val="272525"/>
                </a:solidFill>
                <a:latin typeface="Source Sans Pro Bold" pitchFamily="34" charset="0"/>
                <a:ea typeface="Source Sans Pro Bold" pitchFamily="34" charset="-122"/>
                <a:cs typeface="Source Sans Pro Bold" pitchFamily="34" charset="-120"/>
              </a:rPr>
              <a:t>作者：Andy Tong</a:t>
            </a:r>
            <a:endParaRPr lang="en-US" sz="2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2315885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spc="-89" kern="0" dirty="0">
                <a:solidFill>
                  <a:srgbClr val="000000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嗨，小朋友们！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837724" y="3648075"/>
            <a:ext cx="538520" cy="538520"/>
          </a:xfrm>
          <a:prstGeom prst="roundRect">
            <a:avLst>
              <a:gd name="adj" fmla="val 18670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615559" y="3648075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spc="-44" kern="0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我是你们的学习小助手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615559" y="4143613"/>
            <a:ext cx="283678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spc="-38" kern="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今天一起聊聊"学习"这件事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4691658" y="3648075"/>
            <a:ext cx="538520" cy="538520"/>
          </a:xfrm>
          <a:prstGeom prst="roundRect">
            <a:avLst>
              <a:gd name="adj" fmla="val 18670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69493" y="3648075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spc="-44" kern="0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学习可以很有趣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469493" y="4143613"/>
            <a:ext cx="283678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spc="-38" kern="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像玩游戏一样</a:t>
            </a:r>
            <a:endParaRPr lang="en-US" sz="1850" dirty="0"/>
          </a:p>
        </p:txBody>
      </p:sp>
      <p:sp>
        <p:nvSpPr>
          <p:cNvPr id="10" name="Shape 7"/>
          <p:cNvSpPr/>
          <p:nvPr/>
        </p:nvSpPr>
        <p:spPr>
          <a:xfrm>
            <a:off x="837724" y="5035153"/>
            <a:ext cx="538520" cy="538520"/>
          </a:xfrm>
          <a:prstGeom prst="roundRect">
            <a:avLst>
              <a:gd name="adj" fmla="val 18670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615559" y="5035153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spc="-44" kern="0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一起探索新知识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615559" y="5530691"/>
            <a:ext cx="669071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spc="-38" kern="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发现更大的世界</a:t>
            </a:r>
            <a:endParaRPr lang="en-US" sz="1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1428869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spc="-89" kern="0" dirty="0">
                <a:solidFill>
                  <a:srgbClr val="000000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学习就像魔法棒！</a:t>
            </a:r>
            <a:endParaRPr lang="en-US" sz="44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24" y="2491859"/>
            <a:ext cx="1196816" cy="143625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393513" y="2731175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spc="-44" kern="0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以前不会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2393513" y="3226713"/>
            <a:ext cx="591276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spc="-38" kern="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不知道怎么做</a:t>
            </a:r>
            <a:endParaRPr lang="en-US" sz="18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724" y="3928110"/>
            <a:ext cx="1196816" cy="143625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393513" y="4167426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spc="-44" kern="0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学习过程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2393513" y="4662964"/>
            <a:ext cx="591276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spc="-38" kern="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像魔法一样</a:t>
            </a:r>
            <a:endParaRPr lang="en-US" sz="18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724" y="5364361"/>
            <a:ext cx="1196816" cy="143625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393513" y="5603677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spc="-44" kern="0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现在会了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2393513" y="6099215"/>
            <a:ext cx="591276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spc="-38" kern="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掌握新技能</a:t>
            </a:r>
            <a:endParaRPr lang="en-US" sz="1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1543883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spc="-89" kern="0" dirty="0">
                <a:solidFill>
                  <a:srgbClr val="000000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学会新本领，真酷！</a:t>
            </a:r>
            <a:endParaRPr lang="en-US" sz="44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124" y="2606873"/>
            <a:ext cx="562451" cy="56245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324124" y="3408640"/>
            <a:ext cx="2250162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spc="-44" kern="0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游泳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6324124" y="3904178"/>
            <a:ext cx="225016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spc="-38" kern="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像小鱼一样游来游去</a:t>
            </a:r>
            <a:endParaRPr lang="en-US" sz="18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3259" y="2606873"/>
            <a:ext cx="562451" cy="56245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933259" y="3408640"/>
            <a:ext cx="2250162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spc="-44" kern="0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骑自行车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8933259" y="3904178"/>
            <a:ext cx="225016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spc="-38" kern="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像风一样在路上飞奔</a:t>
            </a:r>
            <a:endParaRPr lang="en-US" sz="18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42395" y="2606873"/>
            <a:ext cx="562570" cy="56257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542395" y="3408759"/>
            <a:ext cx="2250281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spc="-44" kern="0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滑冰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11542395" y="3904297"/>
            <a:ext cx="2250281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spc="-38" kern="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在冰上快乐地跳舞</a:t>
            </a:r>
            <a:endParaRPr lang="en-US" sz="18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4124" y="5005388"/>
            <a:ext cx="562451" cy="562451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324124" y="5807154"/>
            <a:ext cx="2250162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spc="-44" kern="0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手工</a:t>
            </a:r>
            <a:endParaRPr lang="en-US" sz="2200" dirty="0"/>
          </a:p>
        </p:txBody>
      </p:sp>
      <p:sp>
        <p:nvSpPr>
          <p:cNvPr id="15" name="Text 8"/>
          <p:cNvSpPr/>
          <p:nvPr/>
        </p:nvSpPr>
        <p:spPr>
          <a:xfrm>
            <a:off x="6324124" y="6302693"/>
            <a:ext cx="225016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spc="-38" kern="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用小手做出漂亮礼物</a:t>
            </a:r>
            <a:endParaRPr lang="en-US" sz="1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9382" y="604480"/>
            <a:ext cx="5172670" cy="646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50"/>
              </a:lnSpc>
              <a:buNone/>
            </a:pPr>
            <a:r>
              <a:rPr lang="en-US" sz="4050" spc="-81" kern="0" dirty="0">
                <a:solidFill>
                  <a:srgbClr val="000000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你喜欢学习吗？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69382" y="1800582"/>
            <a:ext cx="2586276" cy="323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spc="-41" kern="0" dirty="0">
                <a:solidFill>
                  <a:srgbClr val="000000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有时候有点难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69382" y="2343626"/>
            <a:ext cx="6277689" cy="351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spc="-35" kern="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题目难，做不出来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69382" y="2892981"/>
            <a:ext cx="6277689" cy="351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spc="-35" kern="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要记住很多东西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9382" y="3491865"/>
            <a:ext cx="6277689" cy="42951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590949" y="1800582"/>
            <a:ext cx="2586276" cy="323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spc="-41" kern="0" dirty="0">
                <a:solidFill>
                  <a:srgbClr val="000000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也可以很有趣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590949" y="2343626"/>
            <a:ext cx="6277689" cy="351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spc="-35" kern="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学会新东西，好开心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590949" y="2892981"/>
            <a:ext cx="6277689" cy="351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spc="-35" kern="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发现新秘密，好好奇</a:t>
            </a:r>
            <a:endParaRPr lang="en-US" sz="17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0949" y="3491865"/>
            <a:ext cx="6277689" cy="42951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709738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spc="-89" kern="0" dirty="0">
                <a:solidFill>
                  <a:srgbClr val="000000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学习是我们的好朋友！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2326362" y="3270290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750"/>
              </a:lnSpc>
              <a:buNone/>
            </a:pPr>
            <a:r>
              <a:rPr lang="en-US" sz="2200" spc="-44" kern="0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看到更大的世界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7724" y="3765828"/>
            <a:ext cx="4304824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3000"/>
              </a:lnSpc>
              <a:buNone/>
            </a:pPr>
            <a:r>
              <a:rPr lang="en-US" sz="1850" spc="-38" kern="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发现新奇事物</a:t>
            </a:r>
            <a:endParaRPr lang="en-US" sz="18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01521" y="2892504"/>
            <a:ext cx="3627358" cy="362735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781556" y="3172539"/>
            <a:ext cx="598408" cy="598408"/>
          </a:xfrm>
          <a:prstGeom prst="roundRect">
            <a:avLst>
              <a:gd name="adj" fmla="val 1526526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6100" y="3303389"/>
            <a:ext cx="269200" cy="33659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487853" y="3270290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spc="-44" kern="0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变得更厉害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9487853" y="3765828"/>
            <a:ext cx="4304824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spc="-38" kern="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掌握更多技能</a:t>
            </a:r>
            <a:endParaRPr lang="en-US" sz="18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1521" y="2892504"/>
            <a:ext cx="3627358" cy="3627358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8250317" y="3172539"/>
            <a:ext cx="598408" cy="598408"/>
          </a:xfrm>
          <a:prstGeom prst="roundRect">
            <a:avLst>
              <a:gd name="adj" fmla="val 1526526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4861" y="3303389"/>
            <a:ext cx="269200" cy="33659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487853" y="5263396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spc="-44" kern="0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玩得更开心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9487853" y="5758934"/>
            <a:ext cx="4304824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spc="-38" kern="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享受新体验</a:t>
            </a:r>
            <a:endParaRPr lang="en-US" sz="18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1521" y="2892504"/>
            <a:ext cx="3627358" cy="3627358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8250317" y="5641300"/>
            <a:ext cx="598408" cy="598408"/>
          </a:xfrm>
          <a:prstGeom prst="roundRect">
            <a:avLst>
              <a:gd name="adj" fmla="val 1526526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4861" y="5772150"/>
            <a:ext cx="269200" cy="33659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2326362" y="5263396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750"/>
              </a:lnSpc>
              <a:buNone/>
            </a:pPr>
            <a:r>
              <a:rPr lang="en-US" sz="2200" spc="-44" kern="0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锻炼身体</a:t>
            </a:r>
            <a:endParaRPr lang="en-US" sz="2200" dirty="0"/>
          </a:p>
        </p:txBody>
      </p:sp>
      <p:sp>
        <p:nvSpPr>
          <p:cNvPr id="19" name="Text 11"/>
          <p:cNvSpPr/>
          <p:nvPr/>
        </p:nvSpPr>
        <p:spPr>
          <a:xfrm>
            <a:off x="837724" y="5758934"/>
            <a:ext cx="4304824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3000"/>
              </a:lnSpc>
              <a:buNone/>
            </a:pPr>
            <a:r>
              <a:rPr lang="en-US" sz="1850" spc="-38" kern="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变得更健康</a:t>
            </a:r>
            <a:endParaRPr lang="en-US" sz="185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01521" y="2892504"/>
            <a:ext cx="3627358" cy="3627358"/>
          </a:xfrm>
          <a:prstGeom prst="rect">
            <a:avLst/>
          </a:prstGeom>
        </p:spPr>
      </p:pic>
      <p:sp>
        <p:nvSpPr>
          <p:cNvPr id="21" name="Shape 12"/>
          <p:cNvSpPr/>
          <p:nvPr/>
        </p:nvSpPr>
        <p:spPr>
          <a:xfrm>
            <a:off x="5781556" y="5641300"/>
            <a:ext cx="598408" cy="598408"/>
          </a:xfrm>
          <a:prstGeom prst="roundRect">
            <a:avLst>
              <a:gd name="adj" fmla="val 1526526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6100" y="5772150"/>
            <a:ext cx="269200" cy="3365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3174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9238" y="630793"/>
            <a:ext cx="5397579" cy="674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00"/>
              </a:lnSpc>
              <a:buNone/>
            </a:pPr>
            <a:r>
              <a:rPr lang="en-US" sz="4250" spc="-85" kern="0" dirty="0">
                <a:solidFill>
                  <a:srgbClr val="000000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学习是为了...</a:t>
            </a:r>
            <a:endParaRPr lang="en-US" sz="4250" dirty="0"/>
          </a:p>
        </p:txBody>
      </p:sp>
      <p:sp>
        <p:nvSpPr>
          <p:cNvPr id="4" name="Shape 1"/>
          <p:cNvSpPr/>
          <p:nvPr/>
        </p:nvSpPr>
        <p:spPr>
          <a:xfrm>
            <a:off x="6289238" y="1649492"/>
            <a:ext cx="7538323" cy="1315879"/>
          </a:xfrm>
          <a:prstGeom prst="roundRect">
            <a:avLst>
              <a:gd name="adj" fmla="val 7322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26173" y="1886426"/>
            <a:ext cx="2698790" cy="337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spc="-43" kern="0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数数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6526173" y="2361367"/>
            <a:ext cx="7064454" cy="367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800" spc="-36" kern="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知道自己有多少糖果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289238" y="3194685"/>
            <a:ext cx="7538323" cy="1315879"/>
          </a:xfrm>
          <a:prstGeom prst="roundRect">
            <a:avLst>
              <a:gd name="adj" fmla="val 7322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26173" y="3431619"/>
            <a:ext cx="2698790" cy="337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spc="-43" kern="0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认字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6526173" y="3906560"/>
            <a:ext cx="7064454" cy="367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800" spc="-36" kern="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自己看有趣的故事书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289238" y="4739878"/>
            <a:ext cx="7538323" cy="1315879"/>
          </a:xfrm>
          <a:prstGeom prst="roundRect">
            <a:avLst>
              <a:gd name="adj" fmla="val 7322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26173" y="4976813"/>
            <a:ext cx="2698790" cy="337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spc="-43" kern="0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画画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6526173" y="5451753"/>
            <a:ext cx="7064454" cy="367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800" spc="-36" kern="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表达自己的想法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6289238" y="6285071"/>
            <a:ext cx="7538323" cy="1315879"/>
          </a:xfrm>
          <a:prstGeom prst="roundRect">
            <a:avLst>
              <a:gd name="adj" fmla="val 7322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26173" y="6522006"/>
            <a:ext cx="2698790" cy="337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spc="-43" kern="0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唱歌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6526173" y="6996946"/>
            <a:ext cx="7064454" cy="367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800" spc="-36" kern="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表达快乐的心情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674019"/>
            <a:ext cx="6622852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spc="-89" kern="0" dirty="0">
                <a:solidFill>
                  <a:srgbClr val="000000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通过学习，我们可以做到！</a:t>
            </a:r>
            <a:endParaRPr lang="en-US" sz="4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724" y="2856786"/>
            <a:ext cx="4078962" cy="25209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7724" y="5676900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spc="-44" kern="0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骑自行车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37724" y="6172438"/>
            <a:ext cx="407896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spc="-38" kern="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和朋友一起去公园玩</a:t>
            </a:r>
            <a:endParaRPr lang="en-US" sz="18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5659" y="2856786"/>
            <a:ext cx="4078962" cy="252091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75659" y="5676900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spc="-44" kern="0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游泳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275659" y="6172438"/>
            <a:ext cx="407896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spc="-38" kern="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夏天去游泳池玩水</a:t>
            </a:r>
            <a:endParaRPr lang="en-US" sz="18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3595" y="2856786"/>
            <a:ext cx="4079081" cy="252102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713595" y="5677019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spc="-44" kern="0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手工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713595" y="6172557"/>
            <a:ext cx="4079081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spc="-38" kern="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制作漂亮的礼物</a:t>
            </a:r>
            <a:endParaRPr lang="en-US" sz="1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427798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spc="-89" kern="0" dirty="0">
                <a:solidFill>
                  <a:srgbClr val="000000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学习真棒！</a:t>
            </a:r>
            <a:endParaRPr lang="en-US" sz="4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7638" y="2610564"/>
            <a:ext cx="2137529" cy="1357193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7988" y="3246358"/>
            <a:ext cx="336590" cy="42076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384482" y="2849880"/>
            <a:ext cx="1407200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spc="-44" kern="0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成为小能手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5384482" y="3345418"/>
            <a:ext cx="1407200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spc="-38" kern="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掌握各种技能</a:t>
            </a:r>
            <a:endParaRPr lang="en-US" sz="1850" dirty="0"/>
          </a:p>
        </p:txBody>
      </p:sp>
      <p:sp>
        <p:nvSpPr>
          <p:cNvPr id="7" name="Shape 3"/>
          <p:cNvSpPr/>
          <p:nvPr/>
        </p:nvSpPr>
        <p:spPr>
          <a:xfrm>
            <a:off x="5204936" y="3982402"/>
            <a:ext cx="8527971" cy="15240"/>
          </a:xfrm>
          <a:prstGeom prst="roundRect">
            <a:avLst>
              <a:gd name="adj" fmla="val 659712"/>
            </a:avLst>
          </a:prstGeom>
          <a:solidFill>
            <a:srgbClr val="D6BADD"/>
          </a:solidFill>
          <a:ln/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8814" y="4027527"/>
            <a:ext cx="4275058" cy="1357193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7988" y="4495681"/>
            <a:ext cx="336590" cy="420767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453187" y="4266843"/>
            <a:ext cx="1407200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spc="-44" kern="0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获得知识</a:t>
            </a:r>
            <a:endParaRPr lang="en-US" sz="2200" dirty="0"/>
          </a:p>
        </p:txBody>
      </p:sp>
      <p:sp>
        <p:nvSpPr>
          <p:cNvPr id="11" name="Text 5"/>
          <p:cNvSpPr/>
          <p:nvPr/>
        </p:nvSpPr>
        <p:spPr>
          <a:xfrm>
            <a:off x="6453187" y="4762381"/>
            <a:ext cx="1407200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spc="-38" kern="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了解更多世界</a:t>
            </a:r>
            <a:endParaRPr lang="en-US" sz="1850" dirty="0"/>
          </a:p>
        </p:txBody>
      </p:sp>
      <p:sp>
        <p:nvSpPr>
          <p:cNvPr id="12" name="Shape 6"/>
          <p:cNvSpPr/>
          <p:nvPr/>
        </p:nvSpPr>
        <p:spPr>
          <a:xfrm>
            <a:off x="6273641" y="5399365"/>
            <a:ext cx="7459266" cy="15240"/>
          </a:xfrm>
          <a:prstGeom prst="roundRect">
            <a:avLst>
              <a:gd name="adj" fmla="val 659712"/>
            </a:avLst>
          </a:prstGeom>
          <a:solidFill>
            <a:srgbClr val="D6BADD"/>
          </a:solidFill>
          <a:ln/>
        </p:spPr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109" y="5444490"/>
            <a:ext cx="6412587" cy="1357193"/>
          </a:xfrm>
          <a:prstGeom prst="rect">
            <a:avLst/>
          </a:prstGeom>
        </p:spPr>
      </p:pic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08107" y="5912644"/>
            <a:ext cx="336590" cy="420767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7522012" y="5683806"/>
            <a:ext cx="1407200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spc="-44" kern="0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打开新大门</a:t>
            </a:r>
            <a:endParaRPr lang="en-US" sz="2200" dirty="0"/>
          </a:p>
        </p:txBody>
      </p:sp>
      <p:sp>
        <p:nvSpPr>
          <p:cNvPr id="16" name="Text 8"/>
          <p:cNvSpPr/>
          <p:nvPr/>
        </p:nvSpPr>
        <p:spPr>
          <a:xfrm>
            <a:off x="7522012" y="6179344"/>
            <a:ext cx="1407200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spc="-38" kern="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发现有趣事物</a:t>
            </a:r>
            <a:endParaRPr lang="en-US" sz="1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498044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spc="-89" kern="0" dirty="0">
                <a:solidFill>
                  <a:srgbClr val="000000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谢谢大家！</a:t>
            </a:r>
            <a:endParaRPr lang="en-US" sz="4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344" y="2834402"/>
            <a:ext cx="3091339" cy="3091339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8135" y="2834402"/>
            <a:ext cx="3091339" cy="3091339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0926" y="2834402"/>
            <a:ext cx="3091339" cy="3091339"/>
          </a:xfrm>
          <a:prstGeom prst="rect">
            <a:avLst/>
          </a:prstGeom>
        </p:spPr>
      </p:pic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3718" y="2834402"/>
            <a:ext cx="3091339" cy="3091339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837724" y="6348532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spc="-38" kern="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让我们一起爱上学习，变成厉害的小能手吧！</a:t>
            </a:r>
            <a:endParaRPr lang="en-US" sz="1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2025-04-02T01:10:42Z</dcterms:created>
  <dcterms:modified xsi:type="dcterms:W3CDTF">2025-04-02T01:10:42Z</dcterms:modified>
</cp:coreProperties>
</file>