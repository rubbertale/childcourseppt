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737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探索学习的魔法世界！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8227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和你一起发现学习的秘密！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4407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让我们踏上这段奇妙旅程，探索知识的宝藏，激发学习的热情！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5075753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52CD75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96752" y="5208389"/>
            <a:ext cx="129659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3C3838"/>
                </a:solidFill>
                <a:latin typeface="Nobile Medium" pitchFamily="34" charset="0"/>
                <a:ea typeface="Nobile Medium" pitchFamily="34" charset="-122"/>
                <a:cs typeface="Nobile Medium" pitchFamily="34" charset="-120"/>
              </a:rPr>
              <a:t>AT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756440" y="5058847"/>
            <a:ext cx="237946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作者：Andy Tong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学习是什么？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597944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824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像游戏通关一样！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3315176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从不会到会，就像闯关游戏。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0" y="3958828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技能进阶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4676061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第一次搭积木→搭出漂亮城堡。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5319713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5546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持续尝试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6036945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小恐龙从摔倒到学会滑板。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6094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技能魔法箱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909888"/>
            <a:ext cx="3664863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3136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游泳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🏊‍♀️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627120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像鱼儿一样自由畅游。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909888"/>
            <a:ext cx="3664863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10398681" y="31367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折纸飞机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✈️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681" y="3627120"/>
            <a:ext cx="32112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让纸张在空中翱翔。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443651"/>
            <a:ext cx="7556421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4670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背古诗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📜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5160883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记住美丽的文字。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6280190" y="60057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每个技能都是你魔法箱中的宝贝，随时可以拿出来使用！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知识藏宝图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7204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分享知识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27204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像小博士一样给同学讲故事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204037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理解知识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204037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明白恐龙的生活习性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1339536"/>
            </a:avLst>
          </a:prstGeom>
          <a:solidFill>
            <a:srgbClr val="CED9CE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15869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基础知识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15869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知道恐龙的名字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07813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学习是甜甜圈还是苦瓜？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83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当学习像苦瓜时...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64712"/>
            <a:ext cx="6244709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写作业打哈欠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😴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字像小蚂蚁在爬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4348"/>
            <a:ext cx="6244709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背英语单词头晕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🌀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783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学习也可以是彩虹糖！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4364712"/>
            <a:ext cx="6244709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烤出美味饼干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🍪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和小狗玩接球游戏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264348"/>
            <a:ext cx="6244709" cy="378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算出距离的数学秘密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🔢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77703"/>
            <a:ext cx="62367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学习能点亮什么超能力？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362664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043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游泳超能力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910852"/>
            <a:ext cx="22919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变身美人鱼救援队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304" y="362664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12304" y="4420433"/>
            <a:ext cx="22920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骑车超能力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12304" y="4910852"/>
            <a:ext cx="22920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解锁周末探险地图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4538" y="3626644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4538" y="4420433"/>
            <a:ext cx="2291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天气超能力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4538" y="4910852"/>
            <a:ext cx="2291953" cy="741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成为野餐计划小队长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☀️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3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隐藏彩蛋：自信披风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35341" y="2451973"/>
            <a:ext cx="30480" cy="4374475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5" name="Shape 2"/>
          <p:cNvSpPr/>
          <p:nvPr/>
        </p:nvSpPr>
        <p:spPr>
          <a:xfrm>
            <a:off x="6760012" y="2947035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6280190" y="270712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260" y="2749629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69411" y="26787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演讲前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669411" y="316920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紧张、害怕、不敢说话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760012" y="4480798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11" name="Shape 7"/>
          <p:cNvSpPr/>
          <p:nvPr/>
        </p:nvSpPr>
        <p:spPr>
          <a:xfrm>
            <a:off x="6280190" y="4240887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60" y="428339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69411" y="42125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练习中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669411" y="4702969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一遍又一遍地尝试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760012" y="6014561"/>
            <a:ext cx="680442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</p:sp>
      <p:sp>
        <p:nvSpPr>
          <p:cNvPr id="16" name="Shape 11"/>
          <p:cNvSpPr/>
          <p:nvPr/>
        </p:nvSpPr>
        <p:spPr>
          <a:xfrm>
            <a:off x="6280190" y="577465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260" y="5817156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69411" y="5746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演讲后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7669411" y="6236732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自信满满，笑容灿烂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575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学习冒险装备包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686901"/>
            <a:ext cx="4120753" cy="226814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793790" y="6253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任务分解术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744295"/>
            <a:ext cx="41207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学跳绳=先甩绳→单脚跳→连续跳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54704" y="5346621"/>
            <a:ext cx="4120872" cy="226814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254704" y="59135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错误变宝石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54704" y="6404015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失败经历是宝贵的宝石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715738" y="5006459"/>
            <a:ext cx="4120872" cy="226814"/>
          </a:xfrm>
          <a:prstGeom prst="roundRect">
            <a:avLst>
              <a:gd name="adj" fmla="val 90006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9715738" y="55734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神奇暂停键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15738" y="6063853"/>
            <a:ext cx="412087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呼吸练习，给大脑充电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错误变宝石工厂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犯错误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33418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尝试新事物时遇到困难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思考原因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找出问题所在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想出解决方法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创造新的尝试方式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4955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收获宝石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98598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错误变成宝贵经验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8773"/>
            <a:ext cx="1061156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每个"我不会"里都藏着一句"我马上会啦！"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410" y="1967151"/>
            <a:ext cx="4221480" cy="42214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341" y="1967151"/>
            <a:ext cx="4221599" cy="4221599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91" y="1967151"/>
            <a:ext cx="4221599" cy="4221599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93790" y="65898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下周带着你的"学习冒险日记"来分享吧！</a:t>
            </a:r>
            <a:endParaRPr lang="en-US" sz="1750" dirty="0"/>
          </a:p>
        </p:txBody>
      </p:sp>
      <p:sp>
        <p:nvSpPr>
          <p:cNvPr id="7" name="Text 2"/>
          <p:cNvSpPr/>
          <p:nvPr/>
        </p:nvSpPr>
        <p:spPr>
          <a:xfrm>
            <a:off x="793790" y="72079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记录你的每一次尝试，每一个进步，每一份收获！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2025-04-02T01:11:46Z</dcterms:created>
  <dcterms:modified xsi:type="dcterms:W3CDTF">2025-04-02T01:11:46Z</dcterms:modified>
</cp:coreProperties>
</file>